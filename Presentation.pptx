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dirty="0">
                <a:solidFill>
                  <a:srgbClr val="FFFFFF"/>
                </a:solidFill>
                <a:latin typeface="Calibri"/>
              </a:rPr>
              <a:t>Appliances Energy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292298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>
                <a:solidFill>
                  <a:srgbClr val="FFFFFF"/>
                </a:solidFill>
                <a:latin typeface="Calibri"/>
              </a:rPr>
              <a:t>Machine Learning </a:t>
            </a:r>
            <a:br>
              <a:rPr lang="ru-RU" dirty="0">
                <a:solidFill>
                  <a:srgbClr val="FFFFFF"/>
                </a:solidFill>
                <a:latin typeface="Calibri"/>
              </a:rPr>
            </a:br>
            <a:r>
              <a:rPr lang="en-US" dirty="0">
                <a:solidFill>
                  <a:srgbClr val="FFFFFF"/>
                </a:solidFill>
                <a:latin typeface="Calibri"/>
              </a:rPr>
              <a:t>Student: Murad Zhumabekov</a:t>
            </a:r>
            <a:br>
              <a:rPr lang="en-US" dirty="0">
                <a:solidFill>
                  <a:srgbClr val="FFFFFF"/>
                </a:solidFill>
                <a:latin typeface="Calibri"/>
              </a:rPr>
            </a:br>
            <a:r>
              <a:rPr lang="en-US" dirty="0">
                <a:solidFill>
                  <a:srgbClr val="FFFFFF"/>
                </a:solidFill>
                <a:latin typeface="Calibri"/>
              </a:rPr>
              <a:t>537909</a:t>
            </a:r>
            <a:endParaRPr sz="18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  <a:latin typeface="Calibri"/>
              </a:rPr>
              <a:t>Problem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Goal: predict the energy used by appliances (Appliances, in Wh every 10 min) in a low-energy house.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Data: 19,735 rows, 29 features, ~4.5 months in Belgium (UCI Repository).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Features: room temperature &amp; humidity, outdoor weather, and time features from the date.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Target is strongly right-skewed: median 60 Wh, but peaks up to 1080 Wh.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Energy use depends on occupancy and time of day → nonlinear, threshold effects.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Plan: compare a linear baseline with nonlinear and ensemble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309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No missing values in the dataset.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All features have a weak linear correlation with the target (|r| &lt; 0.2; strongest: lights ≈ 0.2).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–  → no strong straight-line relationship with any feature.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Clear daily pattern: low at night, large peak in the evening (people at home).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This nonlinear time pattern is what trees can capture but a line cannot.</a:t>
            </a:r>
          </a:p>
        </p:txBody>
      </p:sp>
      <p:pic>
        <p:nvPicPr>
          <p:cNvPr id="4" name="Picture 3" descr="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103120"/>
            <a:ext cx="4663440" cy="29655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  <a:latin typeface="Calibri"/>
              </a:rPr>
              <a:t>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Missing values: none → no imputation needed.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Removed rv1 and rv2: random columns, no physical meaning, correlation ≈ 0.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Outliers (~11% high values): kept them.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–  They are real high-consumption events, not errors; tree models are robust to them.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Feature engineering: hour, day of week, weekend flag, month (from the date).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Scaling: StandardScaler only for Linear &amp; Polynomial (inside a Pipeline → no leakage).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–  Trees and Random Forest split on thresholds → scaling not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  <a:latin typeface="Calibri"/>
              </a:rPr>
              <a:t>Models &amp; 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Baseline: Linear Regression (lower bound).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Nonlinear: Polynomial Regression (degree 2) + Ridge, and Decision Tree.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Ensemble: Random Forest (averages many trees → reduces variance).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Tuning: </a:t>
            </a:r>
            <a:r>
              <a:rPr sz="1800" dirty="0" err="1">
                <a:solidFill>
                  <a:srgbClr val="222222"/>
                </a:solidFill>
                <a:latin typeface="Calibri"/>
              </a:rPr>
              <a:t>GridSearchCV</a:t>
            </a:r>
            <a:r>
              <a:rPr sz="1800" dirty="0">
                <a:solidFill>
                  <a:srgbClr val="222222"/>
                </a:solidFill>
                <a:latin typeface="Calibri"/>
              </a:rPr>
              <a:t> with 5-fold cross-validation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Split: 80% train / 20% test, fixed random seed for reproducibility.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  <a:latin typeface="Calibri"/>
              </a:rP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R² test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R² train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31.9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67.3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22222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81.4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Polynomial (deg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82.7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52.6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91.1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Random Forest is the best model: highest R² (0.55) and lowest errors.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Linear Regression underfits: R² only 0.17 on both train and test.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Random Forest: train 0.87 vs test 0.55 → some overfitting, but still the best test result.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Residuals: the model under-predicts the rare high peaks (skewed target).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  <a:latin typeface="Calibri"/>
              </a:rPr>
              <a:t>Why Nonlinear Beats Linear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Random Forest almost tripled the linear R² (0.55 vs 0.17).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No single feature is linearly strong → the signal is in interactions and thresholds.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–  e.g. energy is high only when it is evening AND the house is occupied.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A straight-line model cannot represent this; trees and the ensemble can.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 Most important by far: hour; then indoor temperature &amp; humidity sensors → matches domain.</a:t>
            </a:r>
          </a:p>
        </p:txBody>
      </p:sp>
      <p:pic>
        <p:nvPicPr>
          <p:cNvPr id="4" name="Picture 3" descr="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554480"/>
            <a:ext cx="39932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B57"/>
                </a:solidFill>
                <a:latin typeface="Calibri"/>
              </a:rPr>
              <a:t>Conclusions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Best model: Random Forest — nonlinearity clearly matters for this problem.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222222"/>
                </a:solidFill>
                <a:latin typeface="Calibri"/>
              </a:rPr>
              <a:t>•  Trade-off: accuracy (Random Forest) vs interpretability (Linear Regression).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584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MURAD ZHUMABEKOV 537909</cp:lastModifiedBy>
  <cp:revision>2</cp:revision>
  <dcterms:created xsi:type="dcterms:W3CDTF">2013-01-27T09:14:16Z</dcterms:created>
  <dcterms:modified xsi:type="dcterms:W3CDTF">2026-06-24T23:28:27Z</dcterms:modified>
  <cp:category/>
</cp:coreProperties>
</file>